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4"/>
  </p:notesMasterIdLst>
  <p:handoutMasterIdLst>
    <p:handoutMasterId r:id="rId5"/>
  </p:handoutMasterIdLst>
  <p:sldIdLst>
    <p:sldId id="257" r:id="rId2"/>
    <p:sldId id="258" r:id="rId3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8" userDrawn="1">
          <p15:clr>
            <a:srgbClr val="A4A3A4"/>
          </p15:clr>
        </p15:guide>
        <p15:guide id="2" pos="23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2DE"/>
    <a:srgbClr val="292929"/>
    <a:srgbClr val="0000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24" autoAdjust="0"/>
    <p:restoredTop sz="94694"/>
  </p:normalViewPr>
  <p:slideViewPr>
    <p:cSldViewPr snapToGrid="0">
      <p:cViewPr varScale="1">
        <p:scale>
          <a:sx n="75" d="100"/>
          <a:sy n="75" d="100"/>
        </p:scale>
        <p:origin x="3664" y="168"/>
      </p:cViewPr>
      <p:guideLst>
        <p:guide orient="horz" pos="3368"/>
        <p:guide pos="23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7BF67B77-BDCD-00C9-6BC3-7AA785D10E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D89607E-C170-5854-38D2-96E54E5190C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6480D5-27DF-C14F-81D5-C764716120D4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1B0E337-6135-95AF-67CE-125183AABD1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2E8EEB6-EC4B-2DB6-8A0D-48BF3A4D73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255A5-2CDD-6742-AE54-96BE288486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205509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FB0163-A91E-EB42-B12D-04EDD0499C0D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1E7734-C747-644B-8542-27C0D2A573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272738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1pPr>
    <a:lvl2pPr marL="497754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2pPr>
    <a:lvl3pPr marL="995507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3pPr>
    <a:lvl4pPr marL="1493261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4pPr>
    <a:lvl5pPr marL="1991015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5pPr>
    <a:lvl6pPr marL="2488768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6pPr>
    <a:lvl7pPr marL="2986522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7pPr>
    <a:lvl8pPr marL="3484275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8pPr>
    <a:lvl9pPr marL="3982029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11/19/25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9543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6D65E-222F-4FAD-BCDE-05C720C90B9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E684-679B-44FF-945E-8ADEA5A49B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69113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/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75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6D65E-222F-4FAD-BCDE-05C720C90B9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E684-679B-44FF-945E-8ADEA5A49B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6169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6D65E-222F-4FAD-BCDE-05C720C90B9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E684-679B-44FF-945E-8ADEA5A49B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7514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6D65E-222F-4FAD-BCDE-05C720C90B9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E684-679B-44FF-945E-8ADEA5A49B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629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6D65E-222F-4FAD-BCDE-05C720C90B9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E684-679B-44FF-945E-8ADEA5A49B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9071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6D65E-222F-4FAD-BCDE-05C720C90B9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E684-679B-44FF-945E-8ADEA5A49B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4866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6D65E-222F-4FAD-BCDE-05C720C90B9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E684-679B-44FF-945E-8ADEA5A49B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5825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6D65E-222F-4FAD-BCDE-05C720C90B9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E684-679B-44FF-945E-8ADEA5A49B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705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6D65E-222F-4FAD-BCDE-05C720C90B9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E684-679B-44FF-945E-8ADEA5A49B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72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6D65E-222F-4FAD-BCDE-05C720C90B9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BE684-679B-44FF-945E-8ADEA5A49B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98894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43"/>
            </a:lvl1pPr>
            <a:lvl2pPr marL="370092" indent="0" algn="ctr">
              <a:buNone/>
              <a:defRPr sz="1619"/>
            </a:lvl2pPr>
            <a:lvl3pPr marL="740184" indent="0" algn="ctr">
              <a:buNone/>
              <a:defRPr sz="1457"/>
            </a:lvl3pPr>
            <a:lvl4pPr marL="1110276" indent="0" algn="ctr">
              <a:buNone/>
              <a:defRPr sz="1295"/>
            </a:lvl4pPr>
            <a:lvl5pPr marL="1480368" indent="0" algn="ctr">
              <a:buNone/>
              <a:defRPr sz="1295"/>
            </a:lvl5pPr>
            <a:lvl6pPr marL="1850460" indent="0" algn="ctr">
              <a:buNone/>
              <a:defRPr sz="1295"/>
            </a:lvl6pPr>
            <a:lvl7pPr marL="2220552" indent="0" algn="ctr">
              <a:buNone/>
              <a:defRPr sz="1295"/>
            </a:lvl7pPr>
            <a:lvl8pPr marL="2590644" indent="0" algn="ctr">
              <a:buNone/>
              <a:defRPr sz="1295"/>
            </a:lvl8pPr>
            <a:lvl9pPr marL="2960736" indent="0" algn="ctr">
              <a:buNone/>
              <a:defRPr sz="1295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F2B39B52-6448-279A-ABF1-02848FEF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692926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E6D65E-222F-4FAD-BCDE-05C720C90B92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EBE684-679B-44FF-945E-8ADEA5A49B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2438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73" r:id="rId12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2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CAA2C27-0726-A9F9-B59A-049969A89E62}"/>
              </a:ext>
            </a:extLst>
          </p:cNvPr>
          <p:cNvSpPr txBox="1"/>
          <p:nvPr/>
        </p:nvSpPr>
        <p:spPr>
          <a:xfrm>
            <a:off x="327483" y="1032484"/>
            <a:ext cx="462658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 err="1">
                <a:solidFill>
                  <a:srgbClr val="292929"/>
                </a:solidFill>
                <a:latin typeface="Ubuntu" panose="020B0504030602030204" pitchFamily="34" charset="0"/>
                <a:ea typeface="Menlo" panose="020B0609030804020204" pitchFamily="49" charset="0"/>
                <a:cs typeface="Kohinoor Telugu" panose="02000000000000000000" pitchFamily="2" charset="0"/>
              </a:rPr>
              <a:t>powerpoint</a:t>
            </a:r>
            <a:r>
              <a:rPr lang="en-US" sz="6000" b="1" dirty="0">
                <a:solidFill>
                  <a:srgbClr val="292929"/>
                </a:solidFill>
                <a:latin typeface="Ubuntu" panose="020B0504030602030204" pitchFamily="34" charset="0"/>
                <a:ea typeface="Menlo" panose="020B0609030804020204" pitchFamily="49" charset="0"/>
                <a:cs typeface="Kohinoor Telugu" panose="02000000000000000000" pitchFamily="2" charset="0"/>
              </a:rPr>
              <a:t> </a:t>
            </a:r>
          </a:p>
          <a:p>
            <a:r>
              <a:rPr lang="en-US" sz="6000" b="1" dirty="0">
                <a:solidFill>
                  <a:srgbClr val="292929"/>
                </a:solidFill>
                <a:latin typeface="Ubuntu" panose="020B0504030602030204" pitchFamily="34" charset="0"/>
                <a:ea typeface="Menlo" panose="020B0609030804020204" pitchFamily="49" charset="0"/>
                <a:cs typeface="Kohinoor Telugu" panose="02000000000000000000" pitchFamily="2" charset="0"/>
              </a:rPr>
              <a:t>tutorial.</a:t>
            </a:r>
            <a:endParaRPr lang="ru-RU" sz="6000" b="1" dirty="0">
              <a:solidFill>
                <a:srgbClr val="292929"/>
              </a:solidFill>
              <a:latin typeface="Ubuntu" panose="020B0504030602030204" pitchFamily="34" charset="0"/>
              <a:ea typeface="Menlo" panose="020B0609030804020204" pitchFamily="49" charset="0"/>
              <a:cs typeface="Kohinoor Telugu" panose="02000000000000000000" pitchFamily="2" charset="0"/>
            </a:endParaRP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C151A0B8-3C3D-DB4B-19EA-6982797D7C94}"/>
              </a:ext>
            </a:extLst>
          </p:cNvPr>
          <p:cNvCxnSpPr>
            <a:cxnSpLocks/>
          </p:cNvCxnSpPr>
          <p:nvPr/>
        </p:nvCxnSpPr>
        <p:spPr>
          <a:xfrm>
            <a:off x="4952467" y="1031631"/>
            <a:ext cx="0" cy="6379363"/>
          </a:xfrm>
          <a:prstGeom prst="line">
            <a:avLst/>
          </a:prstGeom>
          <a:ln w="19050">
            <a:solidFill>
              <a:srgbClr val="29292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112B9820-F798-79EB-512E-A67E52DF42A3}"/>
              </a:ext>
            </a:extLst>
          </p:cNvPr>
          <p:cNvCxnSpPr>
            <a:cxnSpLocks/>
          </p:cNvCxnSpPr>
          <p:nvPr/>
        </p:nvCxnSpPr>
        <p:spPr>
          <a:xfrm flipH="1">
            <a:off x="4952467" y="6176173"/>
            <a:ext cx="2222056" cy="0"/>
          </a:xfrm>
          <a:prstGeom prst="line">
            <a:avLst/>
          </a:prstGeom>
          <a:ln w="19050">
            <a:solidFill>
              <a:srgbClr val="29292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152C182-061C-3DB9-8295-DC312C5A3EDB}"/>
              </a:ext>
            </a:extLst>
          </p:cNvPr>
          <p:cNvSpPr txBox="1"/>
          <p:nvPr/>
        </p:nvSpPr>
        <p:spPr>
          <a:xfrm>
            <a:off x="4952467" y="6285752"/>
            <a:ext cx="17828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rgbClr val="292929"/>
                </a:solidFill>
                <a:latin typeface="Ubuntu Light" panose="020B0304030602030204" pitchFamily="34" charset="0"/>
              </a:rPr>
              <a:t>Ш</a:t>
            </a:r>
            <a:r>
              <a:rPr lang="en-US" sz="2000" dirty="0">
                <a:solidFill>
                  <a:srgbClr val="292929"/>
                </a:solidFill>
                <a:latin typeface="Ubuntu Light" panose="020B0304030602030204" pitchFamily="34" charset="0"/>
              </a:rPr>
              <a:t> </a:t>
            </a:r>
            <a:r>
              <a:rPr lang="ru-RU" sz="2000" dirty="0">
                <a:solidFill>
                  <a:srgbClr val="292929"/>
                </a:solidFill>
                <a:latin typeface="Ubuntu Light" panose="020B0304030602030204" pitchFamily="34" charset="0"/>
              </a:rPr>
              <a:t>К О Л А</a:t>
            </a:r>
            <a:endParaRPr lang="en" sz="2000" dirty="0">
              <a:solidFill>
                <a:srgbClr val="292929"/>
              </a:solidFill>
              <a:latin typeface="Ubuntu Light" panose="020B0304030602030204" pitchFamily="34" charset="0"/>
            </a:endParaRPr>
          </a:p>
          <a:p>
            <a:r>
              <a:rPr lang="ru-RU" sz="2000" dirty="0">
                <a:solidFill>
                  <a:srgbClr val="292929"/>
                </a:solidFill>
                <a:latin typeface="Ubuntu Light" panose="020B0304030602030204" pitchFamily="34" charset="0"/>
              </a:rPr>
              <a:t>В О Ж А Т Ы Х</a:t>
            </a:r>
            <a:endParaRPr lang="en" sz="2000" dirty="0">
              <a:solidFill>
                <a:srgbClr val="292929"/>
              </a:solidFill>
              <a:latin typeface="Ubuntu Light" panose="020B0304030602030204" pitchFamily="34" charset="0"/>
            </a:endParaRPr>
          </a:p>
          <a:p>
            <a:r>
              <a:rPr lang="ru-RU" sz="2000" dirty="0">
                <a:solidFill>
                  <a:srgbClr val="292929"/>
                </a:solidFill>
                <a:latin typeface="Ubuntu Light" panose="020B0304030602030204" pitchFamily="34" charset="0"/>
              </a:rPr>
              <a:t>202</a:t>
            </a:r>
            <a:r>
              <a:rPr lang="en-US" sz="2000" dirty="0">
                <a:solidFill>
                  <a:srgbClr val="292929"/>
                </a:solidFill>
                <a:latin typeface="Ubuntu Light" panose="020B0304030602030204" pitchFamily="34" charset="0"/>
              </a:rPr>
              <a:t>5</a:t>
            </a:r>
            <a:endParaRPr lang="ru-RU" sz="2000" dirty="0">
              <a:solidFill>
                <a:srgbClr val="292929"/>
              </a:solidFill>
              <a:latin typeface="Ubuntu Light" panose="020B0304030602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226DFB-D698-F716-8ED1-B6145ED1DA48}"/>
              </a:ext>
            </a:extLst>
          </p:cNvPr>
          <p:cNvSpPr txBox="1"/>
          <p:nvPr/>
        </p:nvSpPr>
        <p:spPr>
          <a:xfrm>
            <a:off x="327483" y="9460127"/>
            <a:ext cx="2650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rgbClr val="292929"/>
                </a:solidFill>
                <a:latin typeface="Ubuntu Medium" panose="020B0504030602030204" pitchFamily="34" charset="0"/>
              </a:rPr>
              <a:t>КОГАНОВСКИЙ Г.И.</a:t>
            </a:r>
          </a:p>
        </p:txBody>
      </p:sp>
    </p:spTree>
    <p:extLst>
      <p:ext uri="{BB962C8B-B14F-4D97-AF65-F5344CB8AC3E}">
        <p14:creationId xmlns:p14="http://schemas.microsoft.com/office/powerpoint/2010/main" val="15702579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C151A0B8-3C3D-DB4B-19EA-6982797D7C94}"/>
              </a:ext>
            </a:extLst>
          </p:cNvPr>
          <p:cNvCxnSpPr>
            <a:cxnSpLocks/>
          </p:cNvCxnSpPr>
          <p:nvPr/>
        </p:nvCxnSpPr>
        <p:spPr>
          <a:xfrm>
            <a:off x="4952467" y="1031631"/>
            <a:ext cx="0" cy="6379363"/>
          </a:xfrm>
          <a:prstGeom prst="line">
            <a:avLst/>
          </a:prstGeom>
          <a:ln w="19050">
            <a:solidFill>
              <a:srgbClr val="E5E2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112B9820-F798-79EB-512E-A67E52DF42A3}"/>
              </a:ext>
            </a:extLst>
          </p:cNvPr>
          <p:cNvCxnSpPr>
            <a:cxnSpLocks/>
          </p:cNvCxnSpPr>
          <p:nvPr/>
        </p:nvCxnSpPr>
        <p:spPr>
          <a:xfrm flipH="1">
            <a:off x="4952467" y="6176173"/>
            <a:ext cx="2222056" cy="0"/>
          </a:xfrm>
          <a:prstGeom prst="line">
            <a:avLst/>
          </a:prstGeom>
          <a:ln w="19050">
            <a:solidFill>
              <a:srgbClr val="E5E2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D0719C-AD2C-E862-8966-485C35F85143}"/>
              </a:ext>
            </a:extLst>
          </p:cNvPr>
          <p:cNvSpPr txBox="1"/>
          <p:nvPr/>
        </p:nvSpPr>
        <p:spPr>
          <a:xfrm>
            <a:off x="327483" y="1032484"/>
            <a:ext cx="462658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 err="1">
                <a:solidFill>
                  <a:srgbClr val="E5E2DE"/>
                </a:solidFill>
                <a:latin typeface="Ubuntu" panose="020B0504030602030204" pitchFamily="34" charset="0"/>
                <a:ea typeface="Menlo" panose="020B0609030804020204" pitchFamily="49" charset="0"/>
                <a:cs typeface="Kohinoor Telugu" panose="02000000000000000000" pitchFamily="2" charset="0"/>
              </a:rPr>
              <a:t>powerpoint</a:t>
            </a:r>
            <a:r>
              <a:rPr lang="en-US" sz="6000" b="1" dirty="0">
                <a:solidFill>
                  <a:srgbClr val="E5E2DE"/>
                </a:solidFill>
                <a:latin typeface="Ubuntu" panose="020B0504030602030204" pitchFamily="34" charset="0"/>
                <a:ea typeface="Menlo" panose="020B0609030804020204" pitchFamily="49" charset="0"/>
                <a:cs typeface="Kohinoor Telugu" panose="02000000000000000000" pitchFamily="2" charset="0"/>
              </a:rPr>
              <a:t> </a:t>
            </a:r>
          </a:p>
          <a:p>
            <a:r>
              <a:rPr lang="en-US" sz="6000" b="1" dirty="0">
                <a:solidFill>
                  <a:srgbClr val="E5E2DE"/>
                </a:solidFill>
                <a:latin typeface="Ubuntu" panose="020B0504030602030204" pitchFamily="34" charset="0"/>
                <a:ea typeface="Menlo" panose="020B0609030804020204" pitchFamily="49" charset="0"/>
                <a:cs typeface="Kohinoor Telugu" panose="02000000000000000000" pitchFamily="2" charset="0"/>
              </a:rPr>
              <a:t>tutorial.</a:t>
            </a:r>
            <a:endParaRPr lang="ru-RU" sz="6000" b="1" dirty="0">
              <a:solidFill>
                <a:srgbClr val="E5E2DE"/>
              </a:solidFill>
              <a:latin typeface="Ubuntu" panose="020B0504030602030204" pitchFamily="34" charset="0"/>
              <a:ea typeface="Menlo" panose="020B0609030804020204" pitchFamily="49" charset="0"/>
              <a:cs typeface="Kohinoor Telugu" panose="02000000000000000000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A3F662-C382-DF20-30A7-975018E7A6F3}"/>
              </a:ext>
            </a:extLst>
          </p:cNvPr>
          <p:cNvSpPr txBox="1"/>
          <p:nvPr/>
        </p:nvSpPr>
        <p:spPr>
          <a:xfrm>
            <a:off x="4952467" y="6285752"/>
            <a:ext cx="17828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rgbClr val="E5E2DE"/>
                </a:solidFill>
                <a:latin typeface="Ubuntu Light" panose="020B0304030602030204" pitchFamily="34" charset="0"/>
              </a:rPr>
              <a:t>Ш</a:t>
            </a:r>
            <a:r>
              <a:rPr lang="en-US" sz="2000" dirty="0">
                <a:solidFill>
                  <a:srgbClr val="E5E2DE"/>
                </a:solidFill>
                <a:latin typeface="Ubuntu Light" panose="020B0304030602030204" pitchFamily="34" charset="0"/>
              </a:rPr>
              <a:t> </a:t>
            </a:r>
            <a:r>
              <a:rPr lang="ru-RU" sz="2000" dirty="0">
                <a:solidFill>
                  <a:srgbClr val="E5E2DE"/>
                </a:solidFill>
                <a:latin typeface="Ubuntu Light" panose="020B0304030602030204" pitchFamily="34" charset="0"/>
              </a:rPr>
              <a:t>К О Л А</a:t>
            </a:r>
            <a:endParaRPr lang="en" sz="2000" dirty="0">
              <a:solidFill>
                <a:srgbClr val="E5E2DE"/>
              </a:solidFill>
              <a:latin typeface="Ubuntu Light" panose="020B0304030602030204" pitchFamily="34" charset="0"/>
            </a:endParaRPr>
          </a:p>
          <a:p>
            <a:r>
              <a:rPr lang="ru-RU" sz="2000" dirty="0">
                <a:solidFill>
                  <a:srgbClr val="E5E2DE"/>
                </a:solidFill>
                <a:latin typeface="Ubuntu Light" panose="020B0304030602030204" pitchFamily="34" charset="0"/>
              </a:rPr>
              <a:t>В О Ж А Т Ы Х</a:t>
            </a:r>
            <a:endParaRPr lang="en" sz="2000" dirty="0">
              <a:solidFill>
                <a:srgbClr val="E5E2DE"/>
              </a:solidFill>
              <a:latin typeface="Ubuntu Light" panose="020B0304030602030204" pitchFamily="34" charset="0"/>
            </a:endParaRPr>
          </a:p>
          <a:p>
            <a:r>
              <a:rPr lang="ru-RU" sz="2000" dirty="0">
                <a:solidFill>
                  <a:srgbClr val="E5E2DE"/>
                </a:solidFill>
                <a:latin typeface="Ubuntu Light" panose="020B0304030602030204" pitchFamily="34" charset="0"/>
              </a:rPr>
              <a:t>202</a:t>
            </a:r>
            <a:r>
              <a:rPr lang="en-US" sz="2000">
                <a:solidFill>
                  <a:srgbClr val="E5E2DE"/>
                </a:solidFill>
                <a:latin typeface="Ubuntu Light" panose="020B0304030602030204" pitchFamily="34" charset="0"/>
              </a:rPr>
              <a:t>5</a:t>
            </a:r>
            <a:endParaRPr lang="ru-RU" sz="2000" dirty="0">
              <a:solidFill>
                <a:srgbClr val="E5E2DE"/>
              </a:solidFill>
              <a:latin typeface="Ubuntu Light" panose="020B0304030602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E7C2ED-471A-55C4-F810-B5F2C72050E8}"/>
              </a:ext>
            </a:extLst>
          </p:cNvPr>
          <p:cNvSpPr txBox="1"/>
          <p:nvPr/>
        </p:nvSpPr>
        <p:spPr>
          <a:xfrm>
            <a:off x="327483" y="9460127"/>
            <a:ext cx="2650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rgbClr val="E5E2DE"/>
                </a:solidFill>
                <a:latin typeface="Ubuntu Medium" panose="020B0504030602030204" pitchFamily="34" charset="0"/>
              </a:rPr>
              <a:t>КОГАНОВСКИЙ Г.И.</a:t>
            </a:r>
          </a:p>
        </p:txBody>
      </p:sp>
    </p:spTree>
    <p:extLst>
      <p:ext uri="{BB962C8B-B14F-4D97-AF65-F5344CB8AC3E}">
        <p14:creationId xmlns:p14="http://schemas.microsoft.com/office/powerpoint/2010/main" val="214150460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80</TotalTime>
  <Words>44</Words>
  <Application>Microsoft Macintosh PowerPoint</Application>
  <PresentationFormat>Произвольный</PresentationFormat>
  <Paragraphs>12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9" baseType="lpstr">
      <vt:lpstr>Arial</vt:lpstr>
      <vt:lpstr>Calibri</vt:lpstr>
      <vt:lpstr>Calibri Light</vt:lpstr>
      <vt:lpstr>Ubuntu</vt:lpstr>
      <vt:lpstr>Ubuntu Light</vt:lpstr>
      <vt:lpstr>Ubuntu Medium</vt:lpstr>
      <vt:lpstr>Тема Office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Анна Жукулова</dc:creator>
  <cp:lastModifiedBy>Gregory Kogan</cp:lastModifiedBy>
  <cp:revision>20</cp:revision>
  <cp:lastPrinted>2024-11-16T22:26:15Z</cp:lastPrinted>
  <dcterms:created xsi:type="dcterms:W3CDTF">2024-04-04T10:25:20Z</dcterms:created>
  <dcterms:modified xsi:type="dcterms:W3CDTF">2025-11-18T21:46:18Z</dcterms:modified>
</cp:coreProperties>
</file>